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71" d="100"/>
          <a:sy n="71" d="100"/>
        </p:scale>
        <p:origin x="1301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B6520-6482-7946-922E-522AAA5D7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C956D-5012-0D55-CD7A-62292CF43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19CFA-2EAD-0CF9-6167-A9E713EE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E8F4-E61C-4BC9-8AE0-153D2932F93F}" type="datetimeFigureOut">
              <a:rPr lang="en-CA" smtClean="0"/>
              <a:t>2025-12-02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8BE2C-E239-B0AD-25D7-50F6AF330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132E3-6265-DFE8-F8E0-44DEB605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E6DB-330E-47CF-93B3-1950224B1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959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96A8-B57F-3EAF-972B-2C5CFB8FE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13CA1-B249-3148-4BE4-0599B808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83CED-4A1F-E8BE-4113-3BBCEBB1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E8F4-E61C-4BC9-8AE0-153D2932F93F}" type="datetimeFigureOut">
              <a:rPr lang="en-CA" smtClean="0"/>
              <a:t>2025-12-02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9CE7F-CAA3-E2A3-3254-8AB4E0DE2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EBB76-D0DE-454B-3576-4F883BE0C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E6DB-330E-47CF-93B3-1950224B1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353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283A8-ADFE-7256-6B7F-5CB7951FB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56316-899B-6976-5FC1-A5349FD38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6866A-A87A-57DF-345E-8AC3E0B40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E8F4-E61C-4BC9-8AE0-153D2932F93F}" type="datetimeFigureOut">
              <a:rPr lang="en-CA" smtClean="0"/>
              <a:t>2025-12-02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D3767-678D-C084-1C5D-849CBBC07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8F301-2D3C-5B82-952E-5CB70E466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E6DB-330E-47CF-93B3-1950224B1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438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600EB-5291-49A6-D5C4-8CBD593AF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B3D08-F01B-C89A-A1A8-26B45D1EA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D4EFB-EB41-5D6C-F4C3-99856C21B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C1916-4C93-BD41-A8C8-9186819E1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E8F4-E61C-4BC9-8AE0-153D2932F93F}" type="datetimeFigureOut">
              <a:rPr lang="en-CA" smtClean="0"/>
              <a:t>2025-12-02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A6B741-F067-7C0B-B6F1-E3AC5E1B2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CAF85-9D1C-DD10-3AF4-80C857CB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E6DB-330E-47CF-93B3-1950224B1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1943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21637-0CA4-BCAD-A9F5-E8805C016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A9F17-295B-9B8D-F245-9FC02FFB4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640CAD-D393-2241-F2BD-B79D68DE5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44290B-6845-5DC0-B4B0-28E2BD0061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D5DE61-4BA6-631A-CA2C-F4C8DDAD08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4033BE-3DFE-D4A6-6B51-CB9DA5D3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E8F4-E61C-4BC9-8AE0-153D2932F93F}" type="datetimeFigureOut">
              <a:rPr lang="en-CA" smtClean="0"/>
              <a:t>2025-12-02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CB19B4-0E61-6448-BFE4-DAB917E3A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F7CE1C-BB4E-47A8-7B28-6EA0B54E1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E6DB-330E-47CF-93B3-1950224B1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53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46721-73A0-2731-3CF3-DA151826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C02197-327A-2F94-9A69-A33C6ACBF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E8F4-E61C-4BC9-8AE0-153D2932F93F}" type="datetimeFigureOut">
              <a:rPr lang="en-CA" smtClean="0"/>
              <a:t>2025-12-02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ED569F-4270-1CE9-C6BB-3333E403C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7E93CB-EAD8-AB5D-C036-0D7329DDE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E6DB-330E-47CF-93B3-1950224B1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7030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09F016-6F28-AC4E-FA04-F28263E6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E8F4-E61C-4BC9-8AE0-153D2932F93F}" type="datetimeFigureOut">
              <a:rPr lang="en-CA" smtClean="0"/>
              <a:t>2025-12-02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12F0EE-72A9-32D8-0758-6427475A6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C5693-FE1F-0EFE-8FD2-C42F7F093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E6DB-330E-47CF-93B3-1950224B1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0262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76A35-C41B-EE14-BFC6-E2656D067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9754-E967-9DE4-D595-454A1D3E9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9CB06-FCFA-29AE-E0F6-2EF5C3EF8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F0E1C-02BB-EEC7-FBD4-964FD53F0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E8F4-E61C-4BC9-8AE0-153D2932F93F}" type="datetimeFigureOut">
              <a:rPr lang="en-CA" smtClean="0"/>
              <a:t>2025-12-02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E9DCD-41BE-DA96-904B-EC2AF7EE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13D342-119A-4442-9E76-7BF3480B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E6DB-330E-47CF-93B3-1950224B1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0412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C0DD9-D3E6-BF7F-3602-40632BAE6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D2751D-9371-A4FF-A6FE-422251108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D94F2-F8AD-9265-D889-14802C299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318C7-EB24-AD73-399B-D5EAFAFB1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E8F4-E61C-4BC9-8AE0-153D2932F93F}" type="datetimeFigureOut">
              <a:rPr lang="en-CA" smtClean="0"/>
              <a:t>2025-12-02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32865-DE85-7F22-3949-E585DBCDC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4487A-8D20-F7EA-37CA-46D412F21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E6DB-330E-47CF-93B3-1950224B1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352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DCB21-D873-52C0-C042-840AAC6CC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5471A-87A0-DE6E-4C4E-ECD1C7E56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7DCA7-65ED-1F32-54EA-81CD8079C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E8F4-E61C-4BC9-8AE0-153D2932F93F}" type="datetimeFigureOut">
              <a:rPr lang="en-CA" smtClean="0"/>
              <a:t>2025-12-02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31AD6-F5AA-5D3B-4A95-5D65BD185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C1A58-CF6D-5433-C1A0-8F12BEF2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E6DB-330E-47CF-93B3-1950224B1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7166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D125FE-C01E-16D1-6EA1-21548B896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3731BF-F879-271D-90B6-F7D06A242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F1950-CB53-6AEA-63E0-227259151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9E8F4-E61C-4BC9-8AE0-153D2932F93F}" type="datetimeFigureOut">
              <a:rPr lang="en-CA" smtClean="0"/>
              <a:t>2025-12-02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C0C14-6B74-7B85-6349-7047FE26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B0820-B022-7F59-391C-CF301FB70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6E6DB-330E-47CF-93B3-1950224B1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0563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D4F26-86A8-F612-7CCA-5138DB200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9829B-C2EE-ED25-A5E7-38A70710C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6A2AE-B0B2-344F-13FC-7FCB5851B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9E8F4-E61C-4BC9-8AE0-153D2932F93F}" type="datetimeFigureOut">
              <a:rPr lang="en-CA" smtClean="0"/>
              <a:t>2025-12-02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58F0C-2E16-1DBC-42D3-DB159F4642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3C20F-8EDC-AD6F-A79B-CBD3F29B3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46E6DB-330E-47CF-93B3-1950224B1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912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6ACF0EA7-7AAA-8B50-02BA-DA5CB7394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5" t="22278" r="9335" b="16455"/>
          <a:stretch>
            <a:fillRect/>
          </a:stretch>
        </p:blipFill>
        <p:spPr>
          <a:xfrm>
            <a:off x="1487197" y="1333948"/>
            <a:ext cx="9217606" cy="52067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8BCBB0-0BF6-F926-681D-4C5CDA9889E6}"/>
              </a:ext>
            </a:extLst>
          </p:cNvPr>
          <p:cNvSpPr txBox="1"/>
          <p:nvPr/>
        </p:nvSpPr>
        <p:spPr>
          <a:xfrm>
            <a:off x="3030070" y="317351"/>
            <a:ext cx="6131859" cy="7848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4500" dirty="0">
                <a:latin typeface="+mj-lt"/>
              </a:rPr>
              <a:t>Data Perspective Chart</a:t>
            </a:r>
          </a:p>
        </p:txBody>
      </p:sp>
    </p:spTree>
    <p:extLst>
      <p:ext uri="{BB962C8B-B14F-4D97-AF65-F5344CB8AC3E}">
        <p14:creationId xmlns:p14="http://schemas.microsoft.com/office/powerpoint/2010/main" val="3824555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DF9A352D10D84F8ACAB2C03665596D" ma:contentTypeVersion="9" ma:contentTypeDescription="Create a new document." ma:contentTypeScope="" ma:versionID="549726066e344c614f66a4b01d757f34">
  <xsd:schema xmlns:xsd="http://www.w3.org/2001/XMLSchema" xmlns:xs="http://www.w3.org/2001/XMLSchema" xmlns:p="http://schemas.microsoft.com/office/2006/metadata/properties" xmlns:ns3="00df52a7-c677-4704-bd31-3e88228b0323" targetNamespace="http://schemas.microsoft.com/office/2006/metadata/properties" ma:root="true" ma:fieldsID="2ce80a39cd55928419bf286e86fadcb7" ns3:_="">
    <xsd:import namespace="00df52a7-c677-4704-bd31-3e88228b032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df52a7-c677-4704-bd31-3e88228b032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0df52a7-c677-4704-bd31-3e88228b0323" xsi:nil="true"/>
  </documentManagement>
</p:properties>
</file>

<file path=customXml/itemProps1.xml><?xml version="1.0" encoding="utf-8"?>
<ds:datastoreItem xmlns:ds="http://schemas.openxmlformats.org/officeDocument/2006/customXml" ds:itemID="{27805137-F3D4-4DC9-881B-EBD4872765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df52a7-c677-4704-bd31-3e88228b03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07075E-9F49-495E-A5B4-7415CA549E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D83995-4A41-41F7-ADB8-767A5EA82F46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www.w3.org/XML/1998/namespace"/>
    <ds:schemaRef ds:uri="00df52a7-c677-4704-bd31-3e88228b0323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Joey Coifman</dc:creator>
  <cp:lastModifiedBy>Joey Coifman</cp:lastModifiedBy>
  <cp:revision>1</cp:revision>
  <dcterms:created xsi:type="dcterms:W3CDTF">2025-12-03T02:50:58Z</dcterms:created>
  <dcterms:modified xsi:type="dcterms:W3CDTF">2025-12-03T03:01:53Z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0x01010038DF9A352D10D84F8ACAB2C03665596D</vt:lpwstr>
  </property>
</Properties>
</file>